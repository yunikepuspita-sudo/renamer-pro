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91440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PROPOSAL PENAWARAN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CBD5E1"/>
                </a:solidFill>
                <a:latin typeface="Calibri"/>
              </a:rPr>
              <a:t>Aplikasi Perpustakaan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400" b="1">
                <a:solidFill>
                  <a:srgbClr val="FFFFFF"/>
                </a:solidFill>
                <a:latin typeface="Calibri"/>
              </a:rPr>
              <a:t>PUSAKA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59E0B"/>
                </a:solidFill>
                <a:latin typeface="Calibri"/>
              </a:rPr>
              <a:t>Pustaka Aspirasi Kebangsaan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Perpustakaan digital &amp; toko buku bertema demokrasi dan pemilihan umum —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hadir di Web, Android, dan iPhone, dengan pembaruan konten otomatis.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pustaka.yunikepuspita.com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RINGKASAN EKSEKUTIF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Apa itu PUSAKA?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PUSAKA adalah aplikasi perpustakaan digital sekaligus toko buku (bookstore) yang fokus pada literasi demokrasi, kepemiluan, dan kewarganegaraan — terinspirasi gaya Gramedia Digital, namun dikurasi khusus untuk edukasi pemilih cerdas.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269748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2697480" cy="635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E40AF"/>
                </a:solidFill>
                <a:latin typeface="Calibri"/>
              </a:rP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B162A"/>
                </a:solidFill>
                <a:latin typeface="Calibri"/>
              </a:rPr>
              <a:t>Koleksi Terkurasi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26280"/>
            <a:ext cx="2331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Buku, majalah &amp; koran bertema demokrasi &amp; pemilu dalam 8 kategori.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2834640"/>
            <a:ext cx="269748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2834640"/>
            <a:ext cx="2697480" cy="635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306324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E40AF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8862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B162A"/>
                </a:solidFill>
                <a:latin typeface="Calibri"/>
              </a:rPr>
              <a:t>Multi-Platform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526280"/>
            <a:ext cx="2331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Satu aplikasi: Web (PWA), Android, dan iPhone.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2834640"/>
            <a:ext cx="269748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2834640"/>
            <a:ext cx="2697480" cy="635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06324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E40AF"/>
                </a:solidFill>
                <a:latin typeface="Calibr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862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B162A"/>
                </a:solidFill>
                <a:latin typeface="Calibri"/>
              </a:rPr>
              <a:t>Update Otomatis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4526280"/>
            <a:ext cx="2331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Konten &amp; fitur diperbarui tanpa pasang ulang (OTA).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9136" y="2834640"/>
            <a:ext cx="269748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9136" y="2834640"/>
            <a:ext cx="2697480" cy="635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9136" y="3063240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E40AF"/>
                </a:solidFill>
                <a:latin typeface="Calibri"/>
              </a:rPr>
              <a:t>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38862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B162A"/>
                </a:solidFill>
                <a:latin typeface="Calibri"/>
              </a:rPr>
              <a:t>Reader Nyaman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4526280"/>
            <a:ext cx="2331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Mode baca EPUB: tema warna, ukuran huruf, penanda halaman.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Mengapa PUSAKA Dibutuhkan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Literasi politik &amp; kepemiluan masyarakat masih perlu terus ditingkatkan, terutama bagi pemilih pemula.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Maraknya hoaks dan disinformasi menjelang pemilu menuntut sumber bacaan yang kredibel &amp; mudah diakses.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Bahan edukasi demokrasi tersebar dan sulit ditemukan dalam satu wadah yang rapi.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Generasi muda lebih nyaman membaca lewat gawai — butuh platform digital yang modern &amp; ringan.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Instansi (mis. KPU) membutuhkan kanal penyebaran materi edukasi pemilih yang terukur &amp; mudah diperbarui.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SOLUSI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PUSAKA Menjawab Kebutuhan Itu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40AF"/>
                </a:solidFill>
                <a:latin typeface="Calibri"/>
              </a:rPr>
              <a:t>Satu Pintu Literasi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Semua bacaan demokrasi &amp; pemilu terkumpul rapi, dikurasi, dan mudah dicari.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40AF"/>
                </a:solidFill>
                <a:latin typeface="Calibri"/>
              </a:rPr>
              <a:t>Akses di Mana Saja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Bisa dibaca lewat web maupun aplikasi HP, online maupun offline.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319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40AF"/>
                </a:solidFill>
                <a:latin typeface="Calibri"/>
              </a:rPr>
              <a:t>Selalu Terbaru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Materi baru langsung tersebar ke semua pengguna tanpa repot pasang ulang.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40AF"/>
                </a:solidFill>
                <a:latin typeface="Calibri"/>
              </a:rPr>
              <a:t>Edukatif &amp; Terarah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Dikelompokkan per tema demokrasi sehingga pembelajaran lebih terstruktur.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PRODUK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Fitur Utama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361188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3500" cy="1417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62A"/>
                </a:solidFill>
                <a:latin typeface="Calibri"/>
              </a:rPr>
              <a:t>🏠 Beranda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Rak Populer, Terbaru, Gratis, Majalah &amp; Koran.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61188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63500" cy="1417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105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62A"/>
                </a:solidFill>
                <a:latin typeface="Calibri"/>
              </a:rPr>
              <a:t>🛒 Toko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Pencarian, filter jenis/kategori, urut populer/termurah.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361188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63500" cy="1417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62A"/>
                </a:solidFill>
                <a:latin typeface="Calibri"/>
              </a:rPr>
              <a:t>🗳️ Tema Pemilu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Telusuri koleksi lewat 8 kategori demokrasi.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91840"/>
            <a:ext cx="361188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91840"/>
            <a:ext cx="63500" cy="1417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62A"/>
                </a:solidFill>
                <a:latin typeface="Calibri"/>
              </a:rPr>
              <a:t>📖 Reader EPUB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4 tema baca, atur huruf, daftar isi, bookmark.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291840"/>
            <a:ext cx="361188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291840"/>
            <a:ext cx="63500" cy="1417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4564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62A"/>
                </a:solidFill>
                <a:latin typeface="Calibri"/>
              </a:rPr>
              <a:t>📚 Pustaka Saya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931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Rak pribadi + progres baca per judul.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3291840"/>
            <a:ext cx="3611880" cy="14173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3291840"/>
            <a:ext cx="63500" cy="1417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45643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162A"/>
                </a:solidFill>
                <a:latin typeface="Calibri"/>
              </a:rPr>
              <a:t>⭐ 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931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Langganan 'All You Can Read' untuk koleksi premium.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KONTEN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8 Tema Demokrasi &amp; Pemilu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5486400" cy="9601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 Demokrasi &amp; Kewarganegaraan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4864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 Pemilu &amp; Pilkada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5486400" cy="9601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 Hukum &amp; Konstitusi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80360"/>
            <a:ext cx="54864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 Kampanye &amp; Politik Gagasan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5486400" cy="9601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 Literasi Digital &amp; Anti-Hoaks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54864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6.  Pemilih Muda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166360"/>
            <a:ext cx="5486400" cy="9601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7.  Integritas &amp; Pengawasan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166360"/>
            <a:ext cx="5486400" cy="960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5166360"/>
            <a:ext cx="49377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8.  Sejarah Pemilu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TEKNOLOGI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Multi-Platform &amp; Update Otomatis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E40AF"/>
                </a:solidFill>
                <a:latin typeface="Calibr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B162A"/>
                </a:solidFill>
                <a:latin typeface="Calibri"/>
              </a:rPr>
              <a:t>Web / PWA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Jalan di browser apa pun. Bisa 'pasang ke layar utama' &amp; dipakai offline.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20" y="4251960"/>
            <a:ext cx="914400" cy="3200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20" y="425196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AKTIF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737360"/>
            <a:ext cx="3566160" cy="2834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737360"/>
            <a:ext cx="356616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9659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E40AF"/>
                </a:solidFill>
                <a:latin typeface="Calibr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803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B162A"/>
                </a:solidFill>
                <a:latin typeface="Calibri"/>
              </a:rPr>
              <a:t>Android (APK)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3832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Aplikasi native, terpasang di HP, siap diunggah ke Play Store.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4251960"/>
            <a:ext cx="914400" cy="3200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425196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AKTIF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737360"/>
            <a:ext cx="3566160" cy="2834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737360"/>
            <a:ext cx="356616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9659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E40AF"/>
                </a:solidFill>
                <a:latin typeface="Calibri"/>
              </a:rPr>
              <a:t>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803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B162A"/>
                </a:solidFill>
                <a:latin typeface="Calibri"/>
              </a:rPr>
              <a:t>iPhone (iOS)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3832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Tersedia via Safari (PWA) sekarang; versi App Store saat dibutuhkan.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4251960"/>
            <a:ext cx="914400" cy="3200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425196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SIAP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62A"/>
                </a:solidFill>
                <a:latin typeface="Calibri"/>
              </a:rPr>
              <a:t>🔄  Pembaruan Over-The-Air (OTA): setiap konten/fitur baru langsung sampai ke semua pengguna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secara otomatis — tanpa mereka harus mengunduh atau memasang ulang aplikasi.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KEUNGGULAN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Mengapa Andal &amp; Hemat Biaya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Teknologi modern (React + Capacitor) — satu basis kode untuk Web, Android &amp; iOS.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Pembaruan otomatis (Capgo OTA) — biaya &amp; waktu rilis sangat hemat.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Deploy otomatis via GitHub — setiap perubahan langsung tayang &amp; terbangun sendiri.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Hosting ringan &amp; murah (web statis) — skalabel untuk banyak pengguna.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Tanpa aset gambar berat — sampul dirender otomatis, aplikasi tetap ringan.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●  </a:t>
            </a:r>
            <a:r>
              <a:rPr sz="1700">
                <a:solidFill>
                  <a:srgbClr val="0F172A"/>
                </a:solidFill>
                <a:latin typeface="Calibri"/>
              </a:rPr>
              <a:t>Data tersimpan aman (Supabase) — katalog, pengguna, dan progres baca terkelola.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NILAI TAMBAH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Manfaat untuk Mitra / Instansi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39496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6350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40AF"/>
                </a:solidFill>
                <a:latin typeface="Calibri"/>
              </a:rPr>
              <a:t>Edukasi Pemilih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Kanal resmi penyebaran materi literasi demokrasi &amp; pemilu.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539496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6350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40AF"/>
                </a:solidFill>
                <a:latin typeface="Calibri"/>
              </a:rPr>
              <a:t>Jangkauan Luas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Diakses kapan saja lewat HP — menjangkau pemilih muda.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539496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800600"/>
            <a:ext cx="6350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651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40AF"/>
                </a:solidFill>
                <a:latin typeface="Calibri"/>
              </a:rPr>
              <a:t>Branding Lembaga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2239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Logo, warna, dan konten dapat disesuaikan identitas instansi.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691640"/>
            <a:ext cx="539496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691640"/>
            <a:ext cx="6350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85623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40AF"/>
                </a:solidFill>
                <a:latin typeface="Calibri"/>
              </a:rPr>
              <a:t>Mudah Dikelola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1343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Tambah/ubah koleksi kapan saja, langsung tersebar otomatis.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246120"/>
            <a:ext cx="539496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246120"/>
            <a:ext cx="6350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40AF"/>
                </a:solidFill>
                <a:latin typeface="Calibri"/>
              </a:rPr>
              <a:t>Terukur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86791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Statistik koleksi &amp; pembaca untuk evaluasi program.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800600"/>
            <a:ext cx="539496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800600"/>
            <a:ext cx="63500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9651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40AF"/>
                </a:solidFill>
                <a:latin typeface="Calibri"/>
              </a:rPr>
              <a:t>Hemat Biaya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42239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Calibri"/>
              </a:rPr>
              <a:t>Satu aplikasi lintas platform, tanpa biaya lisensi per perangkat.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PENAWARAN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Paket Kerja Sama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11880" cy="4160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1188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92808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BASIC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Calibri"/>
              </a:rPr>
              <a:t>Aplikasi Siap Pakai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Web (PWA) + Android (APK)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Konten awal terkurasi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Update otomatis (OTA)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Branding dasar (logo &amp; warna)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611880" cy="4480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611880" cy="9144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664208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10312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Calibri"/>
              </a:rPr>
              <a:t>Paling Diminati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9748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Semua fitur Basic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Kustomisasi tema &amp; kategori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Akun admin pengelola konten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Statistik pembaca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Dukungan teknis prioritas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554480"/>
            <a:ext cx="3611880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1783080"/>
            <a:ext cx="3611880" cy="4160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783080"/>
            <a:ext cx="3611880" cy="914400"/>
          </a:xfrm>
          <a:prstGeom prst="rect">
            <a:avLst/>
          </a:prstGeom>
          <a:solidFill>
            <a:srgbClr val="0B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892808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33172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2E8F0"/>
                </a:solidFill>
                <a:latin typeface="Calibri"/>
              </a:rPr>
              <a:t>Skala Instansi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Semua fitur Pro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Rilis ke Play Store &amp; App Store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Integrasi data/SSO instansi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Pelatihan tim &amp; SLA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1E40AF"/>
                </a:solidFill>
                <a:latin typeface="Calibri"/>
              </a:rPr>
              <a:t>●  </a:t>
            </a:r>
            <a:r>
              <a:rPr sz="1250">
                <a:solidFill>
                  <a:srgbClr val="0F172A"/>
                </a:solidFill>
                <a:latin typeface="Calibri"/>
              </a:rPr>
              <a:t>Pengembangan fitur khusus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*) Rincian harga menyesuaikan kebutuhan &amp; skala — dapat didiskusikan lebih lanjut.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RENCANA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62A"/>
                </a:solidFill>
                <a:latin typeface="Calibri"/>
              </a:rPr>
              <a:t>Roadmap Pengembangan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27432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62A"/>
                </a:solidFill>
                <a:latin typeface="Calibri"/>
              </a:rPr>
              <a:t>Tahap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Web + Android siap pakai, konten awal, update otomatis.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847088"/>
            <a:ext cx="146304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1847088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SELESAI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71800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8803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62A"/>
                </a:solidFill>
                <a:latin typeface="Calibri"/>
              </a:rPr>
              <a:t>Tahap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8036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Rilis ke Google Play Store + panel admin konten.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2898648"/>
            <a:ext cx="146304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898648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BERJALAN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274320" cy="2743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93192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62A"/>
                </a:solidFill>
                <a:latin typeface="Calibri"/>
              </a:rPr>
              <a:t>Tahap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93192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Versi iOS (App Store) + statistik pembaca.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3950208"/>
            <a:ext cx="1463040" cy="4114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3950208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RENCANA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074920"/>
            <a:ext cx="274320" cy="2743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4983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162A"/>
                </a:solidFill>
                <a:latin typeface="Calibri"/>
              </a:rPr>
              <a:t>Tahap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9834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Calibri"/>
              </a:rPr>
              <a:t>Fitur komunitas, notifikasi, &amp; integrasi instansi.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5001768"/>
            <a:ext cx="1463040" cy="4114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5001768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RENCANA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475569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PUSAKA — Pustaka Aspirasi Kebangsaan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0584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Mari Wujudkan PUSAKA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Pustaka Aspirasi Kebangsaan — literasi demokrasi dalam genggaman.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🌐  pustaka.yunikepuspita.com</a:t>
            </a:r>
          </a:p>
          <a:p>
            <a:pPr algn="ctr">
              <a:spcAft>
                <a:spcPts val="8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✉️  yunike.puspita@gmail.com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Terima kasih.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